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test" ContentType="image/test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test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.pollinations.ai/prompt/test?width=100&amp;height=100&amp;nologo=tr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2026-03-11T14:07:17Z</dcterms:created>
  <dcterms:modified xsi:type="dcterms:W3CDTF">2026-03-11T14:07:17Z</dcterms:modified>
</cp:coreProperties>
</file>